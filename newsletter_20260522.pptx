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Rusia exhibe su poder nuclear mientras crecen las fricciones con Estados Unidos por Cuba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El Senado simula limitar los poderes de guerra de Donald Trump contra Irán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El rayismo se moviliza para ayudar a unos hinchas estafados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Mercado del petróleo podría entrar en "zona roja" pronto, advierte la AIE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99816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99816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176016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150616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328416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Importar un coche de Alemania puede salirte más barato que comprarlo aquí, pero no con cualquie…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11880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11880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68808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66268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84048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Los mejores looks de la gala amfAR, la noche más glamurosa de Cannes que ha reunido a Eva Longo…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23944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23944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20014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17474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35254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Grande-Marlaska: «La delincuencia actual opera en un ecosistema dinámico y tecnológico»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636008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63600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71220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68680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486460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Cruz Roja atendió en 2025 a casi 30.000 personas en La Rioja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Mercado del petróleo podría entrar en "zona roja" pronto, advierte la AIE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A pesar de la liberación de más de 400 millones de crudo de reserva, la paralización del tráfico en el estrecho de Ormuz supone una gran amenaza para el sector,…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DW (English)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El Senado simula limitar los poderes de guerra de Donald Trump contra Irán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Cámara Alta aprueba una resolución bipartidista para restringir las acciones militares del presidente, un texto que previsiblemente será vetado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Libertaddigital.com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Rusia exhibe su poder nuclear mientras crecen las fricciones con Estados Unidos por Cuba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Moscú realizó ensayos en medio de la guerra en Ucrania y tras el aumento de la presión estadounidense sobre La Habana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 Nacion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Importar un coche de Alemania puede salirte más barato que comprarlo aquí, pero no con cua…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Los coches nuevos son cada vez más caros. Y aunque no hayamos comido casi un 23% de inflación entre enero de 2020 y este 2026, ésta no lo explica todo. Las ayud…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Motorpasión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Los mejores looks de la gala amfAR, la noche más glamurosa de Cannes que ha reunido a Eva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cita solidaria se ha convertido una vez más en una pasarela espectacular de Alta Costura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Hola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El rayismo se moviliza para ayudar a unos hinchas estafados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En menos de una semana, el próximo miércoles día 27, será un día histórico para un Rayo Vallecano que jugará la final de la Conference League ante el Crystal Pa…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Mundodeportivo.com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Grande-Marlaska: «La delincuencia actual opera en un ecosistema dinámico y tecnológico»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ministro del Interior, Fernando Grande-Marlaska, ha c lausurado este jueves en Toledo la 53ª Conferencia Regional Europea de Interpol, que ha reunido en la c…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Www.abc.es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Cruz Roja atendió en 2025 a casi 30.000 personas en La Rioja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Cruz Roja en La Rioja ha presentado este jueves su Memoria Anual 2025 en un acto celebrado en el patio del Colegio Oficial de Aparejadores y Arquitectos Técnico…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Europapress.es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José Antonio Gaspar, director general jurídico removido de la CMF: “Siendo honesto, no me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exdirectivo de la CMF, que fue desvinculado por su nueva presidenta, Catherine Tornel, hace un balance sobre los doce años que estuvo en el organismo regulad…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Actas de directorio, computadores requisados y gerentes declarando hace meses: el allanami…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operativo se extendió por cerca de tres horas e incluyó todo tipo de documentos relacionados al expresidente Michael Clark. Cecilia Pérez no estaba en La Cis…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Sartor: Fiscalía allana el centro deportivo de la Universidad de Chile y domicilio de…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Ministerio Público investiga irregularidades financieras como negociación incompatible, fraude a Ley de Mercado de Valores y omisión de oferta pública de adq…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Primus: Deloitte y su socio Roberto Leiva arremeten contra la CMF en tribunales por m…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Deloitte y su socio Roberto Leiva presentaron reclamos de ilegalidad contra las multas de la CMF, argumentando que el regulador impuso exigencias que exceden la…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12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
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48072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Newsletter Estratégico Financiero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83464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BBC7FF"/>
                </a:solidFill>
              </a:rPr>
              <a:t>Análisis diario · Geopolítica · Economía · Mercados · 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897B"/>
                </a:solidFill>
              </a:rPr>
              <a:t>22 de Mayo de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325112"/>
            <a:ext cx="9144000" cy="82296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416552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BBC7FF"/>
                </a:solidFill>
              </a:rPr>
              <a:t>erickfranciscohernandez.github.io/financiero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📋  Resumen Ejecutivo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51560"/>
            <a:ext cx="85953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051560"/>
            <a:ext cx="502920" cy="475488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127760"/>
            <a:ext cx="502920" cy="399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102360"/>
            <a:ext cx="128016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237E"/>
                </a:solidFill>
              </a:rPr>
              <a:t>Geopolítica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280160"/>
            <a:ext cx="685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Fed's Waller Now Says Rate Increases Are Possible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563624"/>
            <a:ext cx="8595360" cy="475488"/>
          </a:xfrm>
          <a:prstGeom prst="rect">
            <a:avLst/>
          </a:prstGeom>
          <a:solidFill>
            <a:srgbClr val="EEF1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563624"/>
            <a:ext cx="502920" cy="475488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1639824"/>
            <a:ext cx="502920" cy="399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614424"/>
            <a:ext cx="128016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237E"/>
                </a:solidFill>
              </a:rPr>
              <a:t>Geopolítica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1792224"/>
            <a:ext cx="685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EU Warns Companies to Diversify Supply Lines From China Faster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075688"/>
            <a:ext cx="859536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2075688"/>
            <a:ext cx="502920" cy="47548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2151888"/>
            <a:ext cx="502920" cy="399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126488"/>
            <a:ext cx="128016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237E"/>
                </a:solidFill>
              </a:rPr>
              <a:t>Geopolítica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2304288"/>
            <a:ext cx="685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UK Military Air Show Canceled Over Middle East War Uncertainty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2587752"/>
            <a:ext cx="8595360" cy="475488"/>
          </a:xfrm>
          <a:prstGeom prst="rect">
            <a:avLst/>
          </a:prstGeom>
          <a:solidFill>
            <a:srgbClr val="EEF1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4320" y="2587752"/>
            <a:ext cx="502920" cy="47548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2663952"/>
            <a:ext cx="502920" cy="399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2638552"/>
            <a:ext cx="128016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237E"/>
                </a:solidFill>
              </a:rPr>
              <a:t>Geopolítica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816352"/>
            <a:ext cx="685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12121"/>
                </a:solidFill>
              </a:rPr>
              <a:t>Turkey’s London Investor Pitch Gets Upended by Markets Tailspin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🌍  Geopolítica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54864" cy="123444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38160" y="1097280"/>
            <a:ext cx="640080" cy="274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0972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7/10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EU Warns Companies to Diversify Supply Lines From China Faster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44752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The European Union’s industry chief said that businesses on the continent haven’t done enough to reduce major dependencies on China.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feeds.bloomberg.com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350008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2350008"/>
            <a:ext cx="54864" cy="123444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38160" y="2441448"/>
            <a:ext cx="640080" cy="27432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2441448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7/10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441448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Fed's Waller Now Says Rate Increases Are Possible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788920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Federal Reserve Governor Christopher Waller now says he can't rule out voting to raise interest rates if inflation doesn’t start to slow soon, saying “inflation…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310128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feeds.bloomberg.com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3694176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20" y="3694176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38160" y="3785616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3785616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785616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UK Military Air Show Canceled Over Middle East War Uncertainty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133088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The Royal International Air Tattoo at RAF Fairford, the UK’s biggest military air show, has been canceled this summer because US aircraft are using the venue fo…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654296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feeds.bloomberg.com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5038344"/>
            <a:ext cx="859536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5038344"/>
            <a:ext cx="54864" cy="1234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38160" y="5129784"/>
            <a:ext cx="640080" cy="2743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38160" y="5129784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5/10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129784"/>
            <a:ext cx="7498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12121"/>
                </a:solidFill>
              </a:rPr>
              <a:t>Turkey’s London Investor Pitch Gets Upended by Markets Tailspin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477256"/>
            <a:ext cx="8321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757575"/>
                </a:solidFill>
              </a:rPr>
              <a:t>With a packed schedule of meetings and speeches in front of London investors, Turkey’s top economic officials set out on Thursday to ease concerns about the cou…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998464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757575"/>
                </a:solidFill>
              </a:rPr>
              <a:t>📰 feeds.bloomberg.com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💹  Economía Global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57575"/>
                </a:solidFill>
              </a:rPr>
              <a:t>Sin noticias disponibles para esta categoría.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🇨🇱  Chile Estratégico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57575"/>
                </a:solidFill>
              </a:rPr>
              <a:t>Sin noticias disponibles para esta categoría.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6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🤝  Cooperativismo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57575"/>
                </a:solidFill>
              </a:rPr>
              <a:t>Sin noticias disponibles para esta categoría.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3118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🏛  CMF / Regulación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57575"/>
                </a:solidFill>
              </a:rPr>
              <a:t>Sin noticias disponibles para esta categoría.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📈  Mercados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57575"/>
                </a:solidFill>
              </a:rPr>
              <a:t>Sin noticias disponibles para esta categoría.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4A14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🚀  Tendencias 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57575"/>
                </a:solidFill>
              </a:rPr>
              <a:t>Sin noticias disponibles para esta categoría.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🤖  Inteligencia Artificial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757575"/>
                </a:solidFill>
              </a:rPr>
              <a:t>Sin noticias disponibles para esta categoría.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0">
                <a:solidFill>
                  <a:srgbClr val="FFFFFF"/>
                </a:solidFill>
              </a:rPr>
              <a:t>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4 noticias analizadas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89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00897B"/>
                </a:solidFill>
              </a:rPr>
              <a:t>Edición 22 de Mayo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49039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BC7FF"/>
                </a:solidFill>
              </a:rPr>
              <a:t>erickfranciscohernandez.github.io/financiero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325112"/>
            <a:ext cx="9144000" cy="82296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4462272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BBC7FF"/>
                </a:solidFill>
              </a:rPr>
              <a:t>Newsletter Estratégico Financiero · Generado automáticamente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
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Fed's Waller Now Says Rate Increases Are Possible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EU Warns Companies to Diversify Supply Lines From China Faster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UK Military Air Show Canceled Over Middle East War Uncertainty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Trump Gets Another Ally in EU With Jansa’s Return in Slovenia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Trump Gets Another Ally in EU With Jansa’s Return in Slovenia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Slovenian lawmakers elected nationalist leader Janez Jansa as the country’s next premier, tilting another European Union member to the right and handing Donald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EU Warns Companies to Diversify Supply Lines From China Faster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The European Union’s industry chief said that businesses on the continent haven’t done enough to reduce major dependencies on China.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Fed's Waller Now Says Rate Increases Are Possible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Federal Reserve Governor Christopher Waller now says he can't rule out voting to raise interest rates if inflation doesn’t start to slow soon, saying “inflation…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UK Military Air Show Canceled Over Middle East War Uncertainty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The Royal International Air Tattoo at RAF Fairford, the UK’s biggest military air show, has been canceled this summer because US aircraft are using the venue fo…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
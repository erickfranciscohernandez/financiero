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Inteligencia Artificial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Startups de AI logran valuaciones record en rondas de Series B y C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Inteligencia Artificial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Google llama a regulación responsable de IA generativa en próxima década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China intensifica presión comercial contra semiconductores estadounidenses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Economía Global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Banco Central Europeo considera nuevas medidas de estímulo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99816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99816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176016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150616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Chile Estratégico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328416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Minería de cobre reporta caída de 8% en producción por menor demanda global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11880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1188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68808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66268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CMF / Regulación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84048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CMF aprueba nueva plataforma de crowdfunding con regulación flexible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23944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23944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20014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17474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Tendencias Tech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35254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Startups de semiconductores logran $2.3B en rondas de financiamiento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636008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63600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71220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68680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Tendencias Tech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486460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OpenAI lanza nuevos modelos de IA con capacidades mejoradas de razonamiento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Rusia y OPEP+ coordinan estrategia energética en contexto geopolítico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Reunión estratégica entre líderes energéticos genera preocupación en mercados occidentales.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Reuters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EE.UU. anuncia nuevas medidas de defensa en Pacífico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Inversiones militares sin precedentes en la región generan reacciones de potencias asiáticas.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Financial Times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China intensifica presión comercial contra semiconductores estadounidenses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Nuevas restricciones comerciales impactan la industria tecnológica global. Analistas advierten sobre escalada de tensiones.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Bloomberg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Banco Central Europeo considera nuevas medidas de estímulo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Preocupaciones por desaceleración económica empujan a BCE a evaluación de política monetaria.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Financial Times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Mercados accionarios globales en volatilidad por datos económicos mixtos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S&amp;P 500 cierra mixto mientras se esperan reportes de empleo en EE.UU.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CNBC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Petróleo recupera 2% en sesión de volatilidad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Conflictos geopolíticos y datos de demanda impulsan precios del crudo.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Bloomberg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BCCh mantiene tasas de interés en 5.25% en nueva reunión de política monetaria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Banco Central Chile mantiene postura restrictiva ante persistencia de presiones inflacionarias.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Diario Financiero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Minería de cobre reporta caída de 8% en producción por menor demanda global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Principales empresas mineras ajustan operaciones ante perspectivas económicas débiles.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EMOL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Bolsa de Santiago cierra con alza de 1.2% impulsada por sector tecnológico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Índice IPSA sube en sesión positiva reflejando recuperación de valores de software y telecomunicaciones.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Diario Financiero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Congreso Internacional de Cooperativismo se realizará en Santiago en agosto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Evento reunirá a líderes de movimiento cooperativo de 50 países para debatir sostenibilidad.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ACI Americas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Red de cooperativas agrícolas invierte en tecnología de riego sostenible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Iniciativa incluye monitoreo IoT y análisis de datos para optimizar uso de agua en cultivos.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El Mostrador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Cooperativa de Ahorro chilena alcanza 500K miembros activos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Crecimiento de 12% anual refleja aumento de confianza en modelo cooperativo de servicios financieros.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Cooperativas.cl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Comisión del Mercado Financiero sanciona a tres corredoras por incumplimientos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Multas por falta de diligencia debida en procesos de Know Your Customer alcanza $150 millones.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CMF 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CMF aprueba nueva plataforma de crowdfunding con regulación flexible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Resolución permite inversión en startups con límites de monto y perfil de inversionista.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CMF Chile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CMF publica normas sobre transparencia en comisiones de fondos mutuos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Medida regulatoria busca proteger derechos de inversionistas mediante mayor claridad de costos.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CMF Chile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Índice de Confianza del Consumidor mejora por primera vez en 6 meses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Expectativas sobre situación económica se fortalecen impulsadas por menor volatilidad política.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Universidad de 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Remesas de trabajadores chilenos en el exterior caen 5% interanual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Menores ingresos por transferencias internacionales reflejan desaceleración en economías receptoras.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IPC de mayo muestra moderación en presiones inflacionarias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Índice de Precios al Consumidor sube 0.3% mensual, por debajo de expectativas de analistas.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Startups de semiconductores logran $2.3B en rondas de financiamiento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Inversores ven oportunidad en empresas especializadas en chips para IA y computación de borde.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Crunchbase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OpenAI lanza nuevos modelos de IA con capacidades mejoradas de razonamiento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Competencia se intensifica en carrera de inteligencia artificial con nuevas capacidades de análisis complejo.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Meta invierte $10B en infraestructura de datos para AI generativa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Gasto récord refleja compromiso de Meta con desarrollo de tecnologías de próxima generación.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The Verge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Startups de AI logran valuaciones record en rondas de Series B y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Inversión en empresas de IA crece 300% respecto a año anterior impulsada por demanda corporativa.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TLDR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Detectan sesgos importantes en sistemas de IA de grandes empresas tecnológicas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Estudio académico revela problemas de equidad en modelos de lenguaje usados por plataformas.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The Rundown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Google llama a regulación responsable de IA generativa en próxima década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Directiva destaca importancia de marcos regulatorios que balanceen innovación con seguridad.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Ben's Bites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Investigadores desarrollan modelo de IA que explica sus propias decisiones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Avance en "AI explicable" abre puertas a adopción en sectores regulados como finanzas y salud.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TLDR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25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
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Newsletter Estratégico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C7FF"/>
                </a:solidFill>
              </a:rPr>
              <a:t>Análisis diario · Geopolítica · Economía · Mercados ·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897B"/>
                </a:solidFill>
              </a:rPr>
              <a:t>22 de Mayo de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4165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📋  Resumen Ejecutivo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2776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0236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8016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El Omnissiah ha respondido a la llamada de auxilio de Tertium: el Adeptus Mechanicus se une a l…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63624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63624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3982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1442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9222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Nuevo aumento confirmado para empleados de comercio: quiénes lo cobran y de cuánto es la suba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75688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75688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15188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2648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30428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VIDEO: Turistas rompen reglas y suben a la pirámide de Chichén Itzá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87752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587752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663952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638552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16352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Objetivo Gaesa: el multimillonario emporio del régimen cubano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099816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099816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3176016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150616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328416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MANTÉN LA VIGILIA FRENTE A TU ENEMIGO: Warhammer 40,000: Chaos Gate – Deathwatch anunciado para…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11880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611880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368808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66268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384048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Illa pacta con el Tercer Sector condonar la deuda energética a familias vulnerables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123944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123944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420014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17474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435254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Eva Longoria brilla en la gran noche solidaria del Festival de Cannes: un espectacular look, ba…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636008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4636008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471220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68680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486460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Cruz Roja atendió en 2025 a casi 30.000 personas en La Rioja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🌍  Geopolítica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El Omnissiah ha respondido a la llamada de auxilio de Tertium: el Adeptus Mechanicus se un…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Adeptus Mechanicus ha llegado a Hive Tertium. Los temidos y frenéticos siervos del Omnissiah, los Skitarii Alpha Primus, pronto se unirán a la lucha contra l…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Zonammorpg.com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Objetivo Gaesa: el multimillonario emporio del régimen cubano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En Cuba se registran cortes de electricidad hasta tres días consecutivos en algunas localidades, el abasto de agua potable es cada vez más escaso, pacientes fal…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Www.abc.es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VIDEO: Turistas rompen reglas y suben a la pirámide de Chichén Itzá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Visitantes fueron captados escalando la pirámide de Kukulkán en Chichén Itzá pese a la prohibición vigente desde 2008 para proteger el patrimonio arqueológico.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Record.com.mx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MANTÉN LA VIGILIA FRENTE A TU ENEMIGO: Warhammer 40,000: Chaos Gate – Deathwatch anunciado…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Frontier Developments plc (AIM: FDEV) y Complex Games, en colaboración con Warhammer, se complacen en anunciar Warhammer 40,000: Chaos Gate – Deathwatch. Secuel…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Zonammorpg.com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💹  Economía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🇨🇱  Chile Estratégico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🤝  Cooperativismo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Cruz Roja atendió en 2025 a casi 30.000 personas en La Rioja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Cruz Roja en La Rioja ha presentado este jueves su Memoria Anual 2025 en un acto celebrado en el patio del Colegio Oficial de Aparejadores y Arquitectos Técnico…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Europapress.es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Nuevo aumento confirmado para empleados de comercio: quiénes lo cobran y de cuánto es la s…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La Federación Argentina de Empleados de Comercio y Servicios (FAECYS) cerró otro acuerdo paritario para una de sus ramas. Los detalles.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El Cronista Comercial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Eva Longoria brilla en la gran noche solidaria del Festival de Cannes: un espectacular loo…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evento ha reunido a figuras internacionales del cine, la música y el activismo social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Hola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Illa pacta con el Tercer Sector condonar la deuda energética a familias vulnerables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presidente de la Generalitat, Salvador Illa, y el de la Taula del Tercer Sector Social de Catalunya, Xavier Trabado, han firmado este jueves un acuerdo que c…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Europapress.es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311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🏛  CMF / Regulación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José Antonio Gaspar, director general jurídico removido de la CMF: “Siendo honesto, no me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exdirectivo de la CMF, que fue desvinculado por su nueva presidenta, Catherine Tornel, hace un balance sobre los doce años que estuvo en el organismo regulad…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Actas de directorio, computadores requisados y gerentes declarando hace meses: el allanami…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operativo se extendió por cerca de tres horas e incluyó todo tipo de documentos relacionados al expresidente Michael Clark. Cecilia Pérez no estaba en La Cis…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Caso Sartor: Fiscalía allana el centro deportivo de la Universidad de Chile y domicilio de…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Ministerio Público investiga irregularidades financieras como negociación incompatible, fraude a Ley de Mercado de Valores y omisión de oferta pública de adq…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Caso Primus: Deloitte y su socio Roberto Leiva arremeten contra la CMF en tribunales por m…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Deloitte y su socio Roberto Leiva presentaron reclamos de ilegalidad contra las multas de la CMF, argumentando que el regulador impuso exigencias que exceden la…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📈  Mercados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🚀  Tendencias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🤖 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12 noticias analizadas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97B"/>
                </a:solidFill>
              </a:rPr>
              <a:t>Edición 22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622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C7FF"/>
                </a:solidFill>
              </a:rPr>
              <a:t>Newsletter Estratégico Financiero · Generado automáticamente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
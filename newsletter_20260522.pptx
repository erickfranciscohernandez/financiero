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9144000" cy="5148072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37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7315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</a:rPr>
              <a:t>Newsletter Estratégico Financiero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83464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BBC7FF"/>
                </a:solidFill>
              </a:rPr>
              <a:t>Análisis diario · Geopolítica · Economía · Mercados · 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5661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897B"/>
                </a:solidFill>
              </a:rPr>
              <a:t>22 de Mayo de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325112"/>
            <a:ext cx="9144000" cy="822960"/>
          </a:xfrm>
          <a:prstGeom prst="rect">
            <a:avLst/>
          </a:prstGeom>
          <a:solidFill>
            <a:srgbClr val="2835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416552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BBC7FF"/>
                </a:solidFill>
              </a:rPr>
              <a:t>erickfranciscohernandez.github.io/financiero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📋  Resumen Ejecutivo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051560"/>
            <a:ext cx="85953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1051560"/>
            <a:ext cx="502920" cy="475488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127760"/>
            <a:ext cx="502920" cy="399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102360"/>
            <a:ext cx="1280160" cy="17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A237E"/>
                </a:solidFill>
              </a:rPr>
              <a:t>Geopolítica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280160"/>
            <a:ext cx="6858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12121"/>
                </a:solidFill>
              </a:rPr>
              <a:t>Warsh Says He'll Lead a 'Reform-Oriented' Fed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563624"/>
            <a:ext cx="8595360" cy="475488"/>
          </a:xfrm>
          <a:prstGeom prst="rect">
            <a:avLst/>
          </a:prstGeom>
          <a:solidFill>
            <a:srgbClr val="EEF1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563624"/>
            <a:ext cx="502920" cy="475488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1639824"/>
            <a:ext cx="502920" cy="399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614424"/>
            <a:ext cx="1280160" cy="17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A237E"/>
                </a:solidFill>
              </a:rPr>
              <a:t>Geopolítica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1792224"/>
            <a:ext cx="6858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12121"/>
                </a:solidFill>
              </a:rPr>
              <a:t>Trump Tells Warsh to Do ‘Own Thing’ as Fed Chair Sworn In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2075688"/>
            <a:ext cx="85953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4320" y="2075688"/>
            <a:ext cx="502920" cy="475488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4320" y="2151888"/>
            <a:ext cx="502920" cy="399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2126488"/>
            <a:ext cx="1280160" cy="17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A237E"/>
                </a:solidFill>
              </a:rPr>
              <a:t>Geopolítica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2304288"/>
            <a:ext cx="6858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12121"/>
                </a:solidFill>
              </a:rPr>
              <a:t>Kevin Warsh Sworn In as 17th Federal Reserve Chair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2587752"/>
            <a:ext cx="8595360" cy="475488"/>
          </a:xfrm>
          <a:prstGeom prst="rect">
            <a:avLst/>
          </a:prstGeom>
          <a:solidFill>
            <a:srgbClr val="EEF1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74320" y="2587752"/>
            <a:ext cx="502920" cy="47548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74320" y="2663952"/>
            <a:ext cx="502920" cy="399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2638552"/>
            <a:ext cx="1280160" cy="17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A237E"/>
                </a:solidFill>
              </a:rPr>
              <a:t>Geopolítica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2816352"/>
            <a:ext cx="6858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12121"/>
                </a:solidFill>
              </a:rPr>
              <a:t>Progress in Iran Talks Undercut Over Uranium, Tolls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🌍  Geopolítica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005840"/>
            <a:ext cx="859536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1005840"/>
            <a:ext cx="54864" cy="123444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138160" y="1097280"/>
            <a:ext cx="640080" cy="27432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0" y="109728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7/10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7498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12121"/>
                </a:solidFill>
              </a:rPr>
              <a:t>Trump Tells Warsh to Do ‘Own Thing’ as Fed Chair Sworn 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44752"/>
            <a:ext cx="8321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757575"/>
                </a:solidFill>
              </a:rPr>
              <a:t>President Donald Trump stressed that he wants Kevin Warsh to independently lead the Federal Reserve, as he looked to downplay investor concern that he would pre…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757575"/>
                </a:solidFill>
              </a:rPr>
              <a:t>📰 feeds.bloomberg.com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2350008"/>
            <a:ext cx="859536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74320" y="2350008"/>
            <a:ext cx="54864" cy="123444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38160" y="2441448"/>
            <a:ext cx="640080" cy="27432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244144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7/10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441448"/>
            <a:ext cx="7498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12121"/>
                </a:solidFill>
              </a:rPr>
              <a:t>Warsh Says He'll Lead a 'Reform-Oriented' Fed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788920"/>
            <a:ext cx="8321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757575"/>
                </a:solidFill>
              </a:rPr>
              <a:t>Kevin Warsh says he'll lead a "reform-oriented" Federal Reserve and goals will be pursued with "independence and resolve." In the months leading up to his nomin…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310128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757575"/>
                </a:solidFill>
              </a:rPr>
              <a:t>📰 feeds.bloomberg.com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3694176"/>
            <a:ext cx="859536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74320" y="3694176"/>
            <a:ext cx="54864" cy="12344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38160" y="3785616"/>
            <a:ext cx="640080" cy="274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38160" y="3785616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5/10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3785616"/>
            <a:ext cx="7498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12121"/>
                </a:solidFill>
              </a:rPr>
              <a:t>Progress in Iran Talks Undercut Over Uranium, Tolls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4133088"/>
            <a:ext cx="8321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757575"/>
                </a:solidFill>
              </a:rPr>
              <a:t>Iran said the latest proposal from the US partly bridged the gap between the warring sides, but comments from the Islamic Republic’s supreme leader about keepin…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4654296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757575"/>
                </a:solidFill>
              </a:rPr>
              <a:t>📰 feeds.bloomberg.com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5038344"/>
            <a:ext cx="859536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74320" y="5038344"/>
            <a:ext cx="54864" cy="123444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138160" y="5129784"/>
            <a:ext cx="640080" cy="27432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38160" y="5129784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7/10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5129784"/>
            <a:ext cx="7498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12121"/>
                </a:solidFill>
              </a:rPr>
              <a:t>Kevin Warsh Sworn In as 17th Federal Reserve Chair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5477256"/>
            <a:ext cx="8321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757575"/>
                </a:solidFill>
              </a:rPr>
              <a:t>Kevin Warsh was sworn into office as the 17th chair of the Fed, promising the biggest shakeup in decades at the US central bank, and takes over at a tense momen…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5998464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757575"/>
                </a:solidFill>
              </a:rPr>
              <a:t>📰 feeds.bloomberg.com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835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💹  Economía Global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757575"/>
                </a:solidFill>
              </a:rPr>
              <a:t>Sin noticias disponibles para esta categoría.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🇨🇱  Chile Estratégico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757575"/>
                </a:solidFill>
              </a:rPr>
              <a:t>Sin noticias disponibles para esta categoría.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06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🤝  Cooperativismo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757575"/>
                </a:solidFill>
              </a:rPr>
              <a:t>Sin noticias disponibles para esta categoría.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3118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🏛  CMF / Regulación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757575"/>
                </a:solidFill>
              </a:rPr>
              <a:t>Sin noticias disponibles para esta categoría.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📈  Mercados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757575"/>
                </a:solidFill>
              </a:rPr>
              <a:t>Sin noticias disponibles para esta categoría.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4A14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🚀  Tendencias Tech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757575"/>
                </a:solidFill>
              </a:rPr>
              <a:t>Sin noticias disponibles para esta categoría.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🤖  Inteligencia Artificial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757575"/>
                </a:solidFill>
              </a:rPr>
              <a:t>Sin noticias disponibles para esta categoría.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37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0">
                <a:solidFill>
                  <a:srgbClr val="FFFFFF"/>
                </a:solidFill>
              </a:rPr>
              <a:t>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37744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4 noticias analizadas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1089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00897B"/>
                </a:solidFill>
              </a:rPr>
              <a:t>Edición 22 de Mayo de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749039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BBC7FF"/>
                </a:solidFill>
              </a:rPr>
              <a:t>erickfranciscohernandez.github.io/financiero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4325112"/>
            <a:ext cx="9144000" cy="822960"/>
          </a:xfrm>
          <a:prstGeom prst="rect">
            <a:avLst/>
          </a:prstGeom>
          <a:solidFill>
            <a:srgbClr val="2835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4462272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BBC7FF"/>
                </a:solidFill>
              </a:rPr>
              <a:t>Newsletter Estratégico Financiero · Generado automáticamente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
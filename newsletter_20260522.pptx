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Newsletter Estratégico Financiero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BC7FF"/>
                </a:solidFill>
              </a:rPr>
              <a:t>Análisis diario · Geopolítica · Economía · Mercados ·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897B"/>
                </a:solidFill>
              </a:rPr>
              <a:t>22 de Mayo de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4165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📋  Resumen Ejecutivo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51560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27760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102360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280160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Trump Tells Warsh to Do ‘Own Thing’ as Fed Chair Sworn In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63624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63624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639824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14424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792224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Kevin Warsh Sworn In as 17th Federal Reserve Chair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075688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075688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151888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26488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304288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Progress in Iran Talks Undercut Over Uranium, Tolls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587752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587752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2663952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638552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816352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Iran Says US’s Latest Proposal Has ‘Narrowed the Gaps’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🌍  Geopolítica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Progress in Iran Talks Undercut Over Uranium, Tolls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Iran said the latest proposal from the US partly bridged the gap between the warring sides, but comments from the Islamic Republic’s supreme leader about keepin…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feeds.bloomberg.com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Kevin Warsh Sworn In as 17th Federal Reserve Chair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Kevin Warsh was sworn into office as the 17th chair of the Fed, promising the biggest shakeup in decades at the US central bank, and takes over at a tense momen…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feeds.bloomberg.com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Iran Says US’s Latest Proposal Has ‘Narrowed the Gaps’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Iran said the latest proposal from the US has partly bridged the gap between the warring sides, as they seek to turn a fragile ceasefire into a peace deal.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feeds.bloomberg.com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38344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38344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9784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Trump Tells Warsh to Do ‘Own Thing’ as Fed Chair Sworn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77256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President Donald Trump stressed that he wants Kevin Warsh to independently lead the Federal Reserve, as he looked to downplay investor concern that he would pre…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feeds.bloomberg.com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💹  Economía Global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🇨🇱  Chile Estratégico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🤝  Cooperativismo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311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🏛  CMF / Regulación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📈  Mercados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🚀  Tendencias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🤖 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4 noticias analizadas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897B"/>
                </a:solidFill>
              </a:rPr>
              <a:t>Edición 22 de Mayo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46227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BC7FF"/>
                </a:solidFill>
              </a:rPr>
              <a:t>Newsletter Estratégico Financiero · Generado automáticamente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
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23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Congreso de CDMX aprueba regulación de uso de celulares en escuelas, ¿de qué va?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Aston Martin sigue a cero: sin mejoras mientras Williams estrena tres novedades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El Correo Ilustrado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Un analista internacional explicó en detalle el rol de EE.UU. en Cuba y la apuesta por un cambi…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99816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99816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176016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150616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328416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La Fuerza Aérea de Polonia da un paso adelante frente a Rusia: recibe sus tres primeros cazas F…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11880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11880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68808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66268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84048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Qué hacer este fin de semana en el área de Ferrol: el verano calienta motores con festivales y 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23944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23944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20014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17474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35254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El Sindicato de Inquilinas se encierra en la sede de la Seguridad Social hasta que el Gobierno 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636008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63600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71220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68680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486460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BeOne Medicines lanza una campaña global de concienciación sobre el cáncer junto al exportero 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Un analista internacional explicó en detalle el rol de EE.UU. en Cuba y la apuesta por un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En comunicación con LN+, Andrés Repetto profundizó en las medidas de la administración norteamericana, tras la presencia del portaaviones Nimitz en el Caribe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 Nacion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Congreso de CDMX aprueba regulación de uso de celulares en escuelas, ¿de qué va?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¿Es cierto que en CDMX el Congreso prohibió el uso de celulares en las escuelas? ¿Así de manera total? La verdad es que esta noticia ha...
The post Congreso de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Sopitas.com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La Fuerza Aérea de Polonia da un paso adelante frente a Rusia: recibe sus tres primeros ca…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país inicia el relevo de sus viejos MiG-29 y Su-22 soviéticos con la llegada de sus tres primeros cazas de quinta generación.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Libertaddigital.com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Aston Martin sigue a cero: sin mejoras mientras Williams estrena tres novedades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equipo de Silverstone no presenta modificación alguna en la lista que deben presentar a la Federación Internacional  Leer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Marca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Qué hacer este fin de semana en el área de Ferrol: el verano calienta motores con festival…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Las comarcas de Ferrolterra, Eume y Ortegal sortearán el calor de este fin de semana con un buen puñado de fiestas patronales como las de Perlío, conciertos com…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Lavozdegalicia.es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BeOne Medicines lanza una campaña global de concienciación sobre el cáncer junto al export…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multinacional donará 300.000 dólares para crear campos de juego cerca de hospitales oncológicos en Europa, Asia y Estados Unidos.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Libertaddigital.com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El Correo Ilustrado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Durante siglos, Occidente creyó que el centro del mundo le pertenecía. Pero mientras los imperios nacían y caían, China seguía allí: antigua, paciente, inmensa.…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Jornada.com.mx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El Sindicato de Inquilinas se encierra en la sede de la Seguridad Social hasta que el Gobi…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Huffingtonpost.es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José Antonio Gaspar, director general jurídico removido de la CMF: “Siendo honesto, no me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exdirectivo de la CMF, que fue desvinculado por su nueva presidenta, Catherine Tornel, hace un balance sobre los doce años que estuvo en el organismo regulad…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Actas de directorio, computadores requisados y gerentes declarando hace meses: el allanami…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operativo se extendió por cerca de tres horas e incluyó todo tipo de documentos relacionados al expresidente Michael Clark. Cecilia Pérez no estaba en La Cis…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Sartor: Fiscalía allana el centro deportivo de la Universidad de Chile y domicilio de…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Ministerio Público investiga irregularidades financieras como negociación incompatible, fraude a Ley de Mercado de Valores y omisión de oferta pública de adq…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Primus: Deloitte y su socio Roberto Leiva arremeten contra la CMF en tribunales por m…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Deloitte y su socio Roberto Leiva presentaron reclamos de ilegalidad contra las multas de la CMF, argumentando que el regulador impuso exigencias que exceden la…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12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23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
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23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Viajó de La Alhambra hasta esta ciudad hondureña y hoy es considerado el reloj más antiguo de t…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Rubio comenta las negociaciones con Irán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El Señor de los Anillos celebra su 25 aniversario en cines con una exclusiva colección de moned…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Cuatro de los españoles de la flotilla detenidos por Israel han necesitado atención médica, seg…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99816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99816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76016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150616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328416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Roban la cartera a un hombre de 93 años que acababa de darle una limosna a sus ladrones en Sevi…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11880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11880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68808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66268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84048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La Plataforma Bienvenidos refugiados de La Rioja realiza una recogida de ropa y enseres para mi…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123944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23944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20014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17474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35254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Detenida en Sevilla por asaltar y robar la cartera de un hombre de más de 90 años tras pedirle 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636008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63600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71220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68680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Cooperativismo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86460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Alumnos de Murcia celebran el Día de la Diversidad Cultural con una conexión en directo con la 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Viajó de La Alhambra hasta esta ciudad hondureña y hoy es considerado el reloj más antiguo…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catedral de Comayagua, considerada una de las obras arquitectónicas más bellas del país, alberga una joya que ha superado terremotos y el paso de los siglos_x000D_…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Eldiario.es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Cuatro de los españoles de la flotilla detenidos por Israel han necesitado atención médica…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Cuatro de los alrededor de 40 españoles que viajaban a bordo de la flotilla a Gaza interceptada por Israel y que fueron expulsados la víspera hacia Turquía han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El Señor de los Anillos celebra su 25 aniversario en cines con una exclusiva colección de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Buenas noticias para los fans de la Tierra Media. La Casa de la Moneda del Reino Unido (The Royal Mint) ha lanzado una exclusiva colección de monedas para conme…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Culturaocio.com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Rubio comenta las negociaciones con Irán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secretario de Estado de Estados Unidos, Marco Rubio, anunció este viernes desde Suecia que ha habido "algún ligero avance" en las negociaciones con Irán, e i…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Roban la cartera a un hombre de 93 años que acababa de darle una limosna a sus ladrones 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Guardia Civil ha detenido a una mujer e investiga a otro hombre por el presunto robo de la cartera de un hombre de 93 años que accedió a dar limosna a la pri…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Www.abc.es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Detenida en Sevilla por asaltar y robar la cartera de un hombre de más de 90 años tras ped…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Guardia Civil ha detenido a una mujer e investiga a otro hombre por presuntamente haber robado la cartera de un hombre de 93 años que accedió a dar limosna a…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La Plataforma Bienvenidos refugiados de La Rioja realiza una recogida de ropa y enseres pa…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La Plataforma Bienvenidos refugiados de La Rioja vuelve, un año más, a gestionar una recogida solidaria de ropa y enseres, los días 22, 23 y 24 de mayo. La Plat…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Europapress.es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Alumnos de Murcia celebran el Día de la Diversidad Cultural con una conexión en directo co…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Promover el respeto, la convivencia y el entendimiento entre culturas desde las edades más tempranas. Ese es el objetivo con el que El Limonar International Sch…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Www.abc.es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José Antonio Gaspar, director general jurídico removido de la CMF: “Siendo honesto, no me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exdirectivo de la CMF, que fue desvinculado por su nueva presidenta, Catherine Tornel, hace un balance sobre los doce años que estuvo en el organismo regulad…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Actas de directorio, computadores requisados y gerentes declarando hace meses: el allanami…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operativo se extendió por cerca de tres horas e incluyó todo tipo de documentos relacionados al expresidente Michael Clark. Cecilia Pérez no estaba en La Cis…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Sartor: Fiscalía allana el centro deportivo de la Universidad de Chile y domicilio de…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El Ministerio Público investiga irregularidades financieras como negociación incompatible, fraude a Ley de Mercado de Valores y omisión de oferta pública de adq…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Caso Primus: Deloitte y su socio Roberto Leiva arremeten contra la CMF en tribunales por m…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Deloitte y su socio Roberto Leiva presentaron reclamos de ilegalidad contra las multas de la CMF, argumentando que el regulador impuso exigencias que exceden la…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Latercera.com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12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23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
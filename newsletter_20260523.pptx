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Newsletter Estratégico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C7FF"/>
                </a:solidFill>
              </a:rPr>
              <a:t>Análisis diario · Geopolítica · Economía · Mercados ·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897B"/>
                </a:solidFill>
              </a:rPr>
              <a:t>23 de Mayo de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325112"/>
            <a:ext cx="914400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4165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7FF"/>
                </a:solidFill>
              </a:rPr>
              <a:t>erickfranciscohernandez.github.io/financiero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📋  Resumen Ejecutivo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8595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02920" cy="47548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27760"/>
            <a:ext cx="502920" cy="39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02360"/>
            <a:ext cx="12801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237E"/>
                </a:solidFill>
              </a:rPr>
              <a:t>Geopolítica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En la era de los drones y los misiles inteligentes, EEUU ha recuperado una reliquia de la Prime…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63624"/>
            <a:ext cx="8595360" cy="475488"/>
          </a:xfrm>
          <a:prstGeom prst="rect">
            <a:avLst/>
          </a:prstGeom>
          <a:solidFill>
            <a:srgbClr val="EE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63624"/>
            <a:ext cx="502920" cy="47548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639824"/>
            <a:ext cx="502920" cy="39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14424"/>
            <a:ext cx="12801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237E"/>
                </a:solidFill>
              </a:rPr>
              <a:t>Cooperativismo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92224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El Correo Ilustrado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75688"/>
            <a:ext cx="8595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75688"/>
            <a:ext cx="50292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151888"/>
            <a:ext cx="502920" cy="39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126488"/>
            <a:ext cx="12801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237E"/>
                </a:solidFill>
              </a:rPr>
              <a:t>Geopolítica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304288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Pedro Sánchez acelera el gran rearme naval de España: el portaaviones que cambiará la Armada pa…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87752"/>
            <a:ext cx="8595360" cy="475488"/>
          </a:xfrm>
          <a:prstGeom prst="rect">
            <a:avLst/>
          </a:prstGeom>
          <a:solidFill>
            <a:srgbClr val="EE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587752"/>
            <a:ext cx="50292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663952"/>
            <a:ext cx="502920" cy="39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638552"/>
            <a:ext cx="12801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237E"/>
                </a:solidFill>
              </a:rPr>
              <a:t>Geopolítica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816352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Helldivers 2 prepara su mayor cambio… y podría salvar el juego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99816"/>
            <a:ext cx="8595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099816"/>
            <a:ext cx="50292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176016"/>
            <a:ext cx="502920" cy="39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150616"/>
            <a:ext cx="12801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237E"/>
                </a:solidFill>
              </a:rPr>
              <a:t>Geopolítica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328416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El Gobierno informó el logro de una cosecha récord de 163,2 millones de toneladas de granos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11880"/>
            <a:ext cx="8595360" cy="475488"/>
          </a:xfrm>
          <a:prstGeom prst="rect">
            <a:avLst/>
          </a:prstGeom>
          <a:solidFill>
            <a:srgbClr val="EE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611880"/>
            <a:ext cx="50292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688080"/>
            <a:ext cx="502920" cy="39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662680"/>
            <a:ext cx="12801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237E"/>
                </a:solidFill>
              </a:rPr>
              <a:t>Cooperativismo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840480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Qué hacer este fin de semana en el área de Ferrol: el verano calienta motores con festivales y 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123944"/>
            <a:ext cx="8595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123944"/>
            <a:ext cx="50292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200144"/>
            <a:ext cx="502920" cy="39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74744"/>
            <a:ext cx="12801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237E"/>
                </a:solidFill>
              </a:rPr>
              <a:t>Cooperativismo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352544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El Sindicato de Inquilinas se encierra en la sede de la Seguridad Social hasta que el Gobierno 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636008"/>
            <a:ext cx="8595360" cy="475488"/>
          </a:xfrm>
          <a:prstGeom prst="rect">
            <a:avLst/>
          </a:prstGeom>
          <a:solidFill>
            <a:srgbClr val="EE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636008"/>
            <a:ext cx="50292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712208"/>
            <a:ext cx="502920" cy="39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686808"/>
            <a:ext cx="12801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237E"/>
                </a:solidFill>
              </a:rPr>
              <a:t>Cooperativismo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864608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BeOne Medicines lanza una campaña global de concienciación sobre el cáncer junto al exportero T…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🌍  Geopolítica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38160" y="1097280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097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El Gobierno informó el logro de una cosecha récord de 163,2 millones de toneladas de grano…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Luego de la baja de las retenciones anunciada ayer por el presidente Javier Milei, la Secretaría de Agricultura señaló que la producción 2025/2026 del campo reg…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La Nacion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50008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50008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441448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41448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Pedro Sánchez acelera el gran rearme naval de España: el portaaviones que cambiará la Arma…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Pedro Sánchez mantiene un discurso político centrado en la diplomacia y la estabilidad internacional, pero España ya trabaja en uno de los mayores proyectos mil…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101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Elconfidencialdigital.com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94176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94176"/>
            <a:ext cx="54864" cy="12344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785616"/>
            <a:ext cx="640080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7856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7/10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85616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En la era de los drones y los misiles inteligentes, EEUU ha recuperado una reliquia de la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330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En plena guerra de Irak, un grupo de soldados británicos lanzó una carga a la bayoneta contra milicianos iraquíes cerca de Al Amara. La escena parecía salida de…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542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Xataka.com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38344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038344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5129784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51297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9784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Helldivers 2 prepara su mayor cambio… y podría salvar el juego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77256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Helldivers 2 apunta a reinventarse. Como suele destacar Kotaku, los juegos como servicio no mueren por falta de contenido… sino por problemas técnicos.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984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Gizmodo.com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💹  Economía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57575"/>
                </a:solidFill>
              </a:rPr>
              <a:t>Sin noticias disponibles para esta categoría.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🇨🇱  Chile Estratégico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57575"/>
                </a:solidFill>
              </a:rPr>
              <a:t>Sin noticias disponibles para esta categoría.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🤝  Cooperativismo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38160" y="1097280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097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Qué hacer este fin de semana en el área de Ferrol: el verano calienta motores con festival…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Las comarcas de Ferrolterra, Eume y Ortegal sortearán el calor de este fin de semana con un buen puñado de fiestas patronales como las de Perlío, conciertos com…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Lavozdegalicia.es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50008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50008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441448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41448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BeOne Medicines lanza una campaña global de concienciación sobre el cáncer junto al export…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La multinacional donará 300.000 dólares para crear campos de juego cerca de hospitales oncológicos en Europa, Asia y Estados Unidos.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101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Libertaddigital.com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94176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94176"/>
            <a:ext cx="54864" cy="12344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785616"/>
            <a:ext cx="640080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7856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7/10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85616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El Correo Ilustrado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330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Durante siglos, Occidente creyó que el centro del mundo le pertenecía. Pero mientras los imperios nacían y caían, China seguía allí: antigua, paciente, inmensa.…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542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Jornada.com.mx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38344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038344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5129784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51297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9784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El Sindicato de Inquilinas se encierra en la sede de la Seguridad Social hasta que el Gobi…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77256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984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Huffingtonpost.es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11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🏛  CMF / Regulación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38160" y="1097280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097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José Antonio Gaspar, director general jurídico removido de la CMF: “Siendo honesto, no me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El exdirectivo de la CMF, que fue desvinculado por su nueva presidenta, Catherine Tornel, hace un balance sobre los doce años que estuvo en el organismo regulad…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Latercera.com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50008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50008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441448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41448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Actas de directorio, computadores requisados y gerentes declarando hace meses: el allanami…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El operativo se extendió por cerca de tres horas e incluyó todo tipo de documentos relacionados al expresidente Michael Clark. Cecilia Pérez no estaba en La Cis…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101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Latercera.com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94176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94176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785616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7856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85616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Caso Sartor: Fiscalía allana el centro deportivo de la Universidad de Chile y domicilio de…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330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El Ministerio Público investiga irregularidades financieras como negociación incompatible, fraude a Ley de Mercado de Valores y omisión de oferta pública de adq…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542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Latercera.com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38344"/>
            <a:ext cx="8595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038344"/>
            <a:ext cx="54864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5129784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51297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9784"/>
            <a:ext cx="7498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</a:rPr>
              <a:t>Caso Primus: Deloitte y su socio Roberto Leiva arremeten contra la CMF en tribunales por m…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77256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</a:rPr>
              <a:t>Deloitte y su socio Roberto Leiva presentaron reclamos de ilegalidad contra las multas de la CMF, argumentando que el regulador impuso exigencias que exceden la…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984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575"/>
                </a:solidFill>
              </a:rPr>
              <a:t>📰 Latercera.com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📈 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57575"/>
                </a:solidFill>
              </a:rPr>
              <a:t>Sin noticias disponibles para esta categoría.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🚀  Tendencias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57575"/>
                </a:solidFill>
              </a:rPr>
              <a:t>Sin noticias disponibles para esta categoría.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🤖 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57575"/>
                </a:solidFill>
              </a:rPr>
              <a:t>Sin noticias disponibles para esta categoría.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12 noticias analizadas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897B"/>
                </a:solidFill>
              </a:rPr>
              <a:t>Edición 23 de Mayo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BC7FF"/>
                </a:solidFill>
              </a:rPr>
              <a:t>erickfranciscohernandez.github.io/financiero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25112"/>
            <a:ext cx="914400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622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7FF"/>
                </a:solidFill>
              </a:rPr>
              <a:t>Newsletter Estratégico Financiero · Generado automáticamente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